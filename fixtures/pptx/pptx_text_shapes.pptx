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  <p:sldId id="257" r:id="rId2"/>
  </p:sldIdLst>
</p:presentation>
</file>

<file path=ppt/_rels/presentation.xml.rels>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_rels/slide1.xml.rels><Relationships xmlns="http://schemas.openxmlformats.org/package/2006/relationships"/>

</file>

<file path=ppt/slides/_rels/slide2.xml.rels><Relationships xmlns="http://schemas.openxmlformats.org/package/2006/relationships"/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 1"/>
          <p:cNvSpPr/>
          <p:nvPr>
            <p:ph type="title"/>
          </p:nvPr>
        </p:nvSpPr>
        <p:spPr>
          <a:xfrm>
            <a:off x="127000" y="254000"/>
            <a:ext cx="3048000" cy="914400"/>
          </a:xfrm>
        </p:spPr>
        <p:txBody>
          <a:bodyPr/>
          <a:lstStyle/>
          <a:p>
            <a:pPr algn="ctr"/>
            <a:r>
              <a:rPr sz="2400" b="1">
                <a:latin typeface="Aptos"/>
              </a:rPr>
              <a:t>Quarterly Results</a:t>
            </a:r>
          </a:p>
        </p:txBody>
      </p:sp>
      <p:sp>
        <p:nvSpPr>
          <p:cNvPr id="3" name="Accent Box"/>
          <p:cNvSpPr/>
          <p:nvPr/>
        </p:nvSpPr>
        <p:spPr>
          <a:xfrm>
            <a:off x="508000" y="1524000"/>
            <a:ext cx="1524000" cy="762000"/>
          </a:xfrm>
          <a:prstGeom prst="rect">
            <a:avLst/>
          </a:prstGeom>
          <a:solidFill>
            <a:srgbClr val="FFAA00"/>
          </a:solidFill>
          <a:ln w="12700">
            <a:solidFill>
              <a:srgbClr val="333333"/>
            </a:solidFill>
          </a:ln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Body 2"/>
          <p:cNvSpPr/>
          <p:nvPr>
            <p:ph type="body"/>
          </p:nvPr>
        </p:nvSpPr>
        <p:spPr>
          <a:xfrm>
            <a:off x="254000" y="254000"/>
            <a:ext cx="1800000" cy="2200000"/>
          </a:xfrm>
        </p:spPr>
        <p:txBody>
          <a:bodyPr lIns="127000" rIns="127000" tIns="127000" bIns="127000"/>
          <a:lstStyle/>
          <a:p>
            <a:pPr lvl="1"/>
            <a:r>
              <a:rPr sz="2000">
                <a:latin typeface="Aptos"/>
              </a:rPr>
              <a:t>Revenue revenue forecast for north region</a:t>
            </a:r>
          </a:p>
        </p:txBody>
      </p:sp>
    </p:spTree>
  </p:cSld>
</p:sld>
</file>