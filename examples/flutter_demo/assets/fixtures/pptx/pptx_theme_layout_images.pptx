
<file path=[Content_Types].xml><?xml version="1.0" encoding="utf-8"?>
<Types xmlns="http://schemas.openxmlformats.org/package/2006/content-types"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MasterIdLst>
    <p:sldMasterId id="2147483648" r:id="rIdMaster1"/>
  </p:sldMasterIdLst>
  <p:sldIdLst>
    <p:sldId id="256" r:id="rIdSlide1"/>
  </p:sldIdLst>
</p:presentation>
</file>

<file path=ppt/_rels/presentation.xml.rels><Relationships xmlns="http://schemas.openxmlformats.org/package/2006/relationships">
  <Relationship Id="rIdSlide1" Type="http://schemas.openxmlformats.org/officeDocument/2006/relationships/slide" Target="slides/slide1.xml"/>
  <Relationship Id="rIdMaster1" Type="http://schemas.openxmlformats.org/officeDocument/2006/relationships/slideMaster" Target="slideMasters/slideMaster1.xml"/>
</Relationships>

</file>

<file path=ppt/slideLayouts/slideLayout1.xml><?xml version="1.0" encoding="utf-8"?>
<p:sldLayout xmlns:p="http://schemas.openxmlformats.org/presentationml/2006/main"/>
</file>

<file path=ppt/slideMasters/_rels/slideMaster1.xml.rels><Relationships xmlns="http://schemas.openxmlformats.org/package/2006/relationships">
  <Relationship Id="rIdLayout1" Type="http://schemas.openxmlformats.org/officeDocument/2006/relationships/slideLayout" Target="../slideLayouts/slideLayout1.xml"/>
  <Relationship Id="rIdTheme1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/>
</file>

<file path=ppt/slides/_rels/slide1.xml.rels><Relationships xmlns="http://schemas.openxmlformats.org/package/2006/relationships">
  <Relationship Id="rIdLayout1" Type="http://schemas.openxmlformats.org/officeDocument/2006/relationships/slideLayout" Target="../slideLayouts/slideLayout1.xml"/>
  <Relationship Id="rIdImage1" Type="http://schemas.openxmlformats.org/officeDocument/2006/relationships/image" Target="../media/image1.png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>
          <p:cNvPr id="4" name="Picture 3" descr="Fixture image"/>
          <p:cNvPicPr/>
          <p:nvPr/>
        </p:nvPicPr>
        <p:blipFill>
          <a:blip r:embed="rIdImage1"/>
        </p:blipFill>
        <p:spPr>
          <a:xfrm>
            <a:off x="3810000" y="1778000"/>
            <a:ext cx="1270000" cy="952500"/>
          </a:xfrm>
        </p:spPr>
      </p:pic>
      <p:sp>
        <p:nvSpPr>
          <p:cNvPr id="5" name="Caption"/>
          <p:cNvSpPr/>
          <p:nvPr>
            <p:ph type="body"/>
          </p:nvPr>
        </p:nvSpPr>
        <p:spPr>
          <a:xfrm>
            <a:off x="508000" y="304800"/>
            <a:ext cx="2540000" cy="762000"/>
          </a:xfrm>
        </p:spPr>
        <p:txBody>
          <a:bodyPr/>
          <a:lstStyle/>
          <a:p>
            <a:r>
              <a:t>Product Overview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 Theme"/>
</file>